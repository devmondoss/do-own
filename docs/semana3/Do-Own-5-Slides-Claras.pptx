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e903ef193941c1" /><Relationship Type="http://schemas.openxmlformats.org/officeDocument/2006/relationships/extended-properties" Target="/docProps/app.xml" Id="Rcd9d21b531b34eef" /><Relationship Type="http://schemas.openxmlformats.org/officeDocument/2006/relationships/officeDocument" Target="/ppt/presentation.xml" Id="R5ca3d6ff981447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1c02f06a6e443a"/>
  </p:sldMasterIdLst>
  <p:notesMasterIdLst>
    <p:notesMasterId xmlns:r="http://schemas.openxmlformats.org/officeDocument/2006/relationships" r:id="Ra7250ff35ea149b8"/>
  </p:notesMasterIdLst>
  <p:sldIdLst>
    <p:sldId xmlns:r="http://schemas.openxmlformats.org/officeDocument/2006/relationships" id="256" r:id="R3756fd96d20546f4"/>
    <p:sldId xmlns:r="http://schemas.openxmlformats.org/officeDocument/2006/relationships" id="257" r:id="R8b00b4e6b96943c3"/>
    <p:sldId xmlns:r="http://schemas.openxmlformats.org/officeDocument/2006/relationships" id="258" r:id="R732f5ea3157e4707"/>
    <p:sldId xmlns:r="http://schemas.openxmlformats.org/officeDocument/2006/relationships" id="259" r:id="Rce3bf0d2e1904976"/>
    <p:sldId xmlns:r="http://schemas.openxmlformats.org/officeDocument/2006/relationships" id="260" r:id="Rf894bc759bb34b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442a5f0358428f" /><Relationship Type="http://schemas.openxmlformats.org/officeDocument/2006/relationships/slideMaster" Target="/ppt/slideMasters/slideMaster1.xml" Id="R5f1c02f06a6e443a" /><Relationship Type="http://schemas.openxmlformats.org/officeDocument/2006/relationships/notesMaster" Target="/ppt/notesMasters/notesMaster1.xml" Id="Ra7250ff35ea149b8" /><Relationship Type="http://schemas.openxmlformats.org/officeDocument/2006/relationships/presProps" Target="/ppt/presProps.xml" Id="Raa493e5e6c8c4f52" /><Relationship Type="http://schemas.openxmlformats.org/officeDocument/2006/relationships/tableStyles" Target="/ppt/tableStyles.xml" Id="R98f4b19635a94b76" /><Relationship Type="http://schemas.openxmlformats.org/officeDocument/2006/relationships/slide" Target="/ppt/slides/slide1.xml" Id="R3756fd96d20546f4" /><Relationship Type="http://schemas.openxmlformats.org/officeDocument/2006/relationships/slide" Target="/ppt/slides/slide2.xml" Id="R8b00b4e6b96943c3" /><Relationship Type="http://schemas.openxmlformats.org/officeDocument/2006/relationships/slide" Target="/ppt/slides/slide3.xml" Id="R732f5ea3157e4707" /><Relationship Type="http://schemas.openxmlformats.org/officeDocument/2006/relationships/slide" Target="/ppt/slides/slide4.xml" Id="Rce3bf0d2e1904976" /><Relationship Type="http://schemas.openxmlformats.org/officeDocument/2006/relationships/slide" Target="/ppt/slides/slide5.xml" Id="Rf894bc759bb34b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53422a616b43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1b7af60a10433d" /><Relationship Type="http://schemas.openxmlformats.org/officeDocument/2006/relationships/notesMaster" Target="/ppt/notesMasters/notesMaster1.xml" Id="Ra4d65972041a4b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aa3e55b1f148f5" /><Relationship Type="http://schemas.openxmlformats.org/officeDocument/2006/relationships/notesMaster" Target="/ppt/notesMasters/notesMaster1.xml" Id="Re1bedee89c614e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052659a9664ff5" /><Relationship Type="http://schemas.openxmlformats.org/officeDocument/2006/relationships/notesMaster" Target="/ppt/notesMasters/notesMaster1.xml" Id="R1eef0b8bc72741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790e1f9bb341d5" /><Relationship Type="http://schemas.openxmlformats.org/officeDocument/2006/relationships/notesMaster" Target="/ppt/notesMasters/notesMaster1.xml" Id="R5808d94bc2794a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a9af9965ef4af1" /><Relationship Type="http://schemas.openxmlformats.org/officeDocument/2006/relationships/notesMaster" Target="/ppt/notesMasters/notesMaster1.xml" Id="R9f12077bb5db42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1bd6745cef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6c3bd9de34d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3a714e32f4d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7acefea95744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755f04576d4b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0eb13a47394d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D3FDF1-4851-448E-9745-C82680261F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A0AB38-0F58-420C-927E-87C67EF1B9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7FCD093-F02B-4D16-A77D-4C6537AD44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B12F6E-3100-40F1-94EB-2525AFC685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DA61A9-CFA2-464D-B528-A4EABA0C1F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C2CADF-4B5F-4703-925B-950A665A42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1936809-F3CD-4FD7-B438-FD4C66A1CD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BDF55FA-7B97-41B3-BCB8-F561004724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EB9E21-D3D6-4EF0-9FFE-C8B80F23C0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CE14B4-7976-4807-883A-5E71875105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c3760a7b0d4e6c" /><Relationship Type="http://schemas.openxmlformats.org/officeDocument/2006/relationships/slideLayout" Target="/ppt/slideLayouts/slideLayout1.xml" Id="R9ebf8e699f1c4a48" /><Relationship Type="http://schemas.openxmlformats.org/officeDocument/2006/relationships/slideLayout" Target="/ppt/slideLayouts/slideLayout2.xml" Id="R7cd6ed97ade046c5" /><Relationship Type="http://schemas.openxmlformats.org/officeDocument/2006/relationships/slideLayout" Target="/ppt/slideLayouts/slideLayout3.xml" Id="Reb8e152805e74b15" /><Relationship Type="http://schemas.openxmlformats.org/officeDocument/2006/relationships/slideLayout" Target="/ppt/slideLayouts/slideLayout4.xml" Id="R7a6abd0c5ce947ff" /><Relationship Type="http://schemas.openxmlformats.org/officeDocument/2006/relationships/slideLayout" Target="/ppt/slideLayouts/slideLayout5.xml" Id="Rc08046e157f5437f" /><Relationship Type="http://schemas.openxmlformats.org/officeDocument/2006/relationships/slideLayout" Target="/ppt/slideLayouts/slideLayout6.xml" Id="Rc8055a39cb1e4d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bf8e699f1c4a48"/>
    <p:sldLayoutId xmlns:r="http://schemas.openxmlformats.org/officeDocument/2006/relationships" id="2147483650" r:id="R7cd6ed97ade046c5"/>
    <p:sldLayoutId xmlns:r="http://schemas.openxmlformats.org/officeDocument/2006/relationships" id="2147483651" r:id="Reb8e152805e74b15"/>
    <p:sldLayoutId xmlns:r="http://schemas.openxmlformats.org/officeDocument/2006/relationships" id="2147483652" r:id="R7a6abd0c5ce947ff"/>
    <p:sldLayoutId xmlns:r="http://schemas.openxmlformats.org/officeDocument/2006/relationships" id="2147483653" r:id="Rc08046e157f5437f"/>
    <p:sldLayoutId xmlns:r="http://schemas.openxmlformats.org/officeDocument/2006/relationships" id="2147483654" r:id="Rc8055a39cb1e4d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3123ff26b64e42" /><Relationship Type="http://schemas.openxmlformats.org/officeDocument/2006/relationships/image" Target="/ppt/media/image.png" Id="R641b24ef3df54d4d" /><Relationship Type="http://schemas.openxmlformats.org/officeDocument/2006/relationships/notesSlide" Target="/ppt/notesSlides/notesSlide1.xml" Id="Rd74b779188ea43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4f37d62d14855" /><Relationship Type="http://schemas.openxmlformats.org/officeDocument/2006/relationships/image" Target="/ppt/media/image2.png" Id="Reccfba48eab348d5" /><Relationship Type="http://schemas.openxmlformats.org/officeDocument/2006/relationships/notesSlide" Target="/ppt/notesSlides/notesSlide2.xml" Id="R226aa68dace24c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5f0294fa8f4536" /><Relationship Type="http://schemas.openxmlformats.org/officeDocument/2006/relationships/image" Target="/ppt/media/image3.png" Id="R65863b4abb97472b" /><Relationship Type="http://schemas.openxmlformats.org/officeDocument/2006/relationships/notesSlide" Target="/ppt/notesSlides/notesSlide3.xml" Id="Rde6005d0862b41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7f3516200418e" /><Relationship Type="http://schemas.openxmlformats.org/officeDocument/2006/relationships/image" Target="/ppt/media/image4.png" Id="Rafd1eeb15bf241bf" /><Relationship Type="http://schemas.openxmlformats.org/officeDocument/2006/relationships/notesSlide" Target="/ppt/notesSlides/notesSlide4.xml" Id="R55d832222b554f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e194854c354f0e" /><Relationship Type="http://schemas.openxmlformats.org/officeDocument/2006/relationships/image" Target="/ppt/media/image5.png" Id="R7736742e8b2a494c" /><Relationship Type="http://schemas.openxmlformats.org/officeDocument/2006/relationships/notesSlide" Target="/ppt/notesSlides/notesSlide5.xml" Id="R25d15561bbf346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27FCE-59DE-4DC4-B4C2-1B956FCEBF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b24ef3df54d4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260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D225B-66B9-4C6B-AE5F-4B851805A3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fba48eab348d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0136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615E0-7694-4EE8-9CDB-975B5BF57A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63b4abb97472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5687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053CA-43F1-4870-9DAB-B51232B02E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1eeb15bf241b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7095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427F0-611E-4193-B86C-DEE16F8609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6742e8b2a494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67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2026-10-11T22:18:03.0550000Z</dcterms:created>
  <dcterms:modified xsi:type="dcterms:W3CDTF">2026-10-11T22:18:03.0550000Z</dcterms:modified>
</coreProperties>
</file>